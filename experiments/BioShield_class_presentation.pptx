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BioShield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Can AI Spot Fake Biomedical Research?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F5F0"/>
                </a:solidFill>
                <a:latin typeface="Calibri"/>
              </a:rPr>
              <a:t>An adversarial-training approach to detecting AI-generated medical abstracts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F5F0"/>
                </a:solidFill>
                <a:latin typeface="Calibri"/>
              </a:rPr>
              <a:t>Venkata Rayudu Alapati   ·   ID: AP25122040029   ·   M.Tech AI/ML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6C75"/>
                </a:solidFill>
                <a:latin typeface="Calibri"/>
              </a:rPr>
              <a:t>github.com/Rayudualapati-25/BioShield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Quick quiz: one of these is AI-generated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Can you tell which?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Abstract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Background: CRISPR-Cas9 gene editing has shown promise in treating sickle cell disease. We investigated the long-term safety of autologous CD34+ cells modified with BCL11A enhancer deletion in 35 patients over 24 months.
Methods: Peripheral blood was collected at 6-month intervals. Fetal hemoglobin expression, vaso-occlusive crisis frequency, and off-target mutations were primary endpoints.
Results: Mean HbF increased from 4.2% to 38.9% (p&lt;0.001). Vaso-occlusive crises decreased by 92%. No clinically significant off-target edits were detected via whole-genome sequencing.
Conclusion: Gene-edited autologous transplantation appears durable and safe at 24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54480"/>
            <a:ext cx="5486400" cy="438912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Abstract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Background: Chronic obstructive pulmonary disease (COPD) exacerbations are a leading cause of hospitalization. We evaluated a novel inhaled bronchodilator, ZX-479, in a randomized double-blind trial.
Methods: 420 patients with moderate-to-severe COPD were randomized 1:1 to ZX-479 (200mcg BID) or placebo for 52 weeks. Primary endpoint was time to first moderate or severe exacerbation.
Results: ZX-479 significantly prolonged time to first exacerbation (HR 0.68, 95% CI 0.54-0.86, p=0.001). FEV1 improvement was sustained at week 52 (+142 mL vs placebo, p&lt;0.001).
Conclusion: ZX-479 represents a promising therapeutic option with a favorable safety profile.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6C75"/>
                </a:solidFill>
                <a:latin typeface="Calibri"/>
              </a:rPr>
              <a:t>Both look convincing. Our detector says one is fake with 98%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AI-generated medical text is a real public-health threat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38528"/>
            <a:ext cx="109728" cy="109728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GPT-4 and Claude can write publication-quality fake abstracts in seconds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50008"/>
            <a:ext cx="109728" cy="109728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Fake research pollutes scientific databases (PubMed, bioRxiv, CORD-19)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61488"/>
            <a:ext cx="109728" cy="109728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Health platforms surface AI-generated "medical advice" to real patients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72968"/>
            <a:ext cx="109728" cy="109728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Peer reviewers don't have time to fact-check every submission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84448"/>
            <a:ext cx="109728" cy="109728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Recent case: 30+ suspected AI-generated papers retracted from neurology journals in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We need detectors that don't just catch today's generators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they must adapt as generators get smarter. That's the problem BioShield solves.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big idea: adversarial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Three AIs talking to each other, getting better every 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219456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🎭 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BioMistral-7B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Writes convincing fake
medical abstracts.
The "adversary."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011680"/>
            <a:ext cx="3474720" cy="219456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6C75"/>
                </a:solidFill>
                <a:latin typeface="Calibri"/>
              </a:rPr>
              <a:t>🛡️ 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BiomedBERT-Large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017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Classifies: real or fake?
The defender — the
thing we actually 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2011680"/>
            <a:ext cx="3474720" cy="2194560"/>
          </a:xfrm>
          <a:prstGeom prst="rect">
            <a:avLst/>
          </a:prstGeom>
          <a:solidFill>
            <a:srgbClr val="F5F5F0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AB"/>
                </a:solidFill>
                <a:latin typeface="Calibri"/>
              </a:rPr>
              <a:t>🎓 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Qwen2.5-7B-Instruct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017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Rewrites fakes to be
HARDER to detect.
Forces the detector
to get smarter.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The loop: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generate fakes  →  detector flags them  →  agent rewrites the tricky ones  →  detector retrains  →  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06C75"/>
                </a:solidFill>
                <a:latin typeface="Calibri"/>
              </a:rPr>
              <a:t>Each round, the detector sees harder examples and gets better.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Exactly how humans learn — by seeing what they missed.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Production-grade open models, all running on one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this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52144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07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007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0078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Why this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11521440" cy="54864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40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BioMistral/BioMistral-7B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7 B params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40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Continued pre-training on PubMed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microsoft/BiomedNLP-BiomedBERT-large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340 M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Pre-trained on 14 M biomedical abstracts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1521440" cy="54864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Qwen/Qwen2.5-7B-Instruct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7 B params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3375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Strong instruction-following, LoRA-compatible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meta-llama/Llama-3.2-3B-Instruct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3 B params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8862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Cross-family attack eval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97680"/>
            <a:ext cx="11521440" cy="54864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34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SeqGAN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custom LSTM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~5 M params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4348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Classical adversarial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Everything runs on M3 Max (64 GB unified memory, Apple Silicon MPS, bfloat16). No cloud, no GPU cluster — reproducible on a laptop.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Where the data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1,500 + 1,500 = 3,000 starting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228600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📄 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1,500 human-written PubMed abstracts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Streamed live from HuggingFace
(ccdv/pubmed-summarization)
Filter: ≥ 40 words, clinical content
Topics: cardiology, oncology, neurology,
infectious disease, genetics...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828800"/>
            <a:ext cx="5303520" cy="228600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6C75"/>
                </a:solidFill>
                <a:latin typeface="Calibri"/>
              </a:rPr>
              <a:t>🤖  FAKE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1,500 BioMistral-7B zero-shot fakes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8346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Prompted with: "Write a convincing
but fictitious biomedical abstract
about {topic}"
Structured Background / Methods /
Results / Conclusion format
Temperature 0.9 for variety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Stratified 80 / 10 / 10 split: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8778240" cy="8229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7022592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4846320"/>
            <a:ext cx="877824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1936" y="4846320"/>
            <a:ext cx="877824" cy="822960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7022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TRAIN  2,400 rows  (1,200 real / 1,200 fake)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5074920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  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074920"/>
            <a:ext cx="877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  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By the end of the run, we had generated 5,622 total samples across all conditions.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4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An ablation study — change one thing at a time, see what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114300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470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Agent (rewriter)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470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Detector retrains?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470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we're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8229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73152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963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BioMistral (zero-shot)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96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96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96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Baseline strength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731520" cy="548640"/>
          </a:xfrm>
          <a:prstGeom prst="rect">
            <a:avLst/>
          </a:prstGeom>
          <a:solidFill>
            <a:srgbClr val="59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644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92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SeqGAN (small neural 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3192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192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Yes, every 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19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Does adversarial training help?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86200"/>
            <a:ext cx="11430000" cy="8229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73152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873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42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BioMistral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42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Qwen2.5 (zero-shot rewrite)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142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142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Does a rewriter alone help?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46320"/>
            <a:ext cx="731520" cy="548640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10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9651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SeqGAN + BioMistral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965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Qwen2.5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965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Yes, every 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965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Does combining all 3 help?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Each condition runs 3 rounds × 250 new fakes per round = 750 new samples per condition.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 1: The baseline detector is already strong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Condition A — one-shot training, no adversarial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>
                <a:solidFill>
                  <a:srgbClr val="1F3A5F"/>
                </a:solidFill>
                <a:latin typeface="Calibri"/>
              </a:rPr>
              <a:t>0.9997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55555"/>
                </a:solidFill>
                <a:latin typeface="Calibri"/>
              </a:rPr>
              <a:t>Test AUC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103120"/>
            <a:ext cx="4846320" cy="347472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Supporting metrics (n=300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F1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0.9797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Best Val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0.9990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Training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730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95% CI (AUC)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± 2.9 percentage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06C75"/>
                </a:solidFill>
                <a:latin typeface="Calibri"/>
              </a:rPr>
              <a:t>In plain English: the detector catches ~98 out of 100 fake abstracts on its first 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 2: Generator family dominates — not 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Evasion rate, final round, by fake source — same detector, 100× spread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320040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06C75"/>
                </a:solidFill>
                <a:latin typeface="Calibri"/>
              </a:rPr>
              <a:t>SeqGAN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E06C75"/>
                </a:solidFill>
                <a:latin typeface="Calibri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evasion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Condition B · 3 retrain rounds · flat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828800"/>
            <a:ext cx="3657600" cy="3200400"/>
          </a:xfrm>
          <a:prstGeom prst="rect">
            <a:avLst/>
          </a:prstGeom>
          <a:solidFill>
            <a:srgbClr val="F5F5F0"/>
          </a:solidFill>
          <a:ln>
            <a:solidFill>
              <a:srgbClr val="598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98B2C"/>
                </a:solidFill>
                <a:latin typeface="Calibri"/>
              </a:rPr>
              <a:t>BioMistral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3317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598B2C"/>
                </a:solidFill>
                <a:latin typeface="Calibri"/>
              </a:rPr>
              <a:t>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evasion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Conditions C + D · near-ceiling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1828800"/>
            <a:ext cx="3657600" cy="320040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Calibri"/>
              </a:rPr>
              <a:t>RAID (cross-domain)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3317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1F3A5F"/>
                </a:solidFill>
                <a:latin typeface="Calibri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evasion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mixed LLMs · n=200 · out-of-family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The family matters more than rounds, rewrites, or retraining.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0"/>
                </a:solidFill>
                <a:latin typeface="Calibri"/>
              </a:rPr>
              <a:t>A published detector has to disclose which generator family it was trained against.
Our Condition B flat-line (at 3k) and the 500-scale 0.74 → 0.54 curve (likely noise at n=250)
both point to the same lesson: pick your adversary carefully before measuring your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 3: An honest surprise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Conditions C and D are byte-identical — and we think we know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2926080"/>
          </a:xfrm>
          <a:prstGeom prst="rect">
            <a:avLst/>
          </a:prstGeom>
          <a:solidFill>
            <a:srgbClr val="F5F5F0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AB"/>
                </a:solidFill>
                <a:latin typeface="Calibri"/>
              </a:rPr>
              <a:t>Condition C (agent only, no retrain)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AUC 0.9993  ·  F1 0.9797  ·  Evasion 0.007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BioMistral fakes get written by the generator,
Qwen rewrites the 25% hardest ones,
detector evaluates — same weights as Condition 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828800"/>
            <a:ext cx="5303520" cy="292608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6C75"/>
                </a:solidFill>
                <a:latin typeface="Calibri"/>
              </a:rPr>
              <a:t>Condition D (full pipeline, WITH retrain)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AUC 0.9993  ·  F1 0.9797  ·  Evasion 0.007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926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Everything C does, plus detector retraining.
Expected to beat C. Instead:
IDENTICAL numbers to 15 decimal places.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Why? BioMistral zero-shot fakes are too easy.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Validation AUC already hits 0.999 in Condition A — there's no room to improve.
Both C and D pick Condition A's checkpoint as "best" and stay there.
Fix for the paper run: LoRA-fine-tune BioMistral to actively evade the detector.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 4: Out of biomedical = out of luck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RAID cross-domain benchmark — this is where the detector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E06C75"/>
                </a:solidFill>
                <a:latin typeface="Calibri"/>
              </a:rPr>
              <a:t>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55555"/>
                </a:solidFill>
                <a:latin typeface="Calibri"/>
              </a:rPr>
              <a:t>RAID evasion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(when the detector sees AI text from other domains)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28800"/>
            <a:ext cx="5760720" cy="457200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What went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RAID = 200 real + AI-generated samples from ChatGPT, GPT-4,
Claude, Llama, etc. — across many non-biomedical domains.
Our detector was trained only on PubMed + BioMistral.
It learned the style of one generator family.
When shown GPT-4 output from Wikipedia articles, it labels
them "human" 98% of the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6C75"/>
                </a:solidFill>
                <a:latin typeface="Calibri"/>
              </a:rPr>
              <a:t>This isn't a weakness in the paper — it's a positioning 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440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BioShield is a biomedical specialist, not a universal AI detector.
Cross-domain training becomes future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Engineering: two bugs we caught ourselves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What separates a course project from research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47120" cy="210312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6C75"/>
                </a:solidFill>
                <a:latin typeface="Calibri"/>
              </a:rPr>
              <a:t>🐛  BUG 1 — Seed was set once, not per-round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Before: set_seed(42) called once at process start → SeqGAN + Qwen produced
             byte-identical outputs every round. Per-round metrics identical. No adversarial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After:   set_seed(42 + round_idx) inside the loop → each round produces different fakes
             and different rewrites. Verified by hash-diff across 3k-scale round_data/.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solidFill>
            <a:srgbClr val="F5F5F0"/>
          </a:solidFill>
          <a:ln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6C75"/>
                </a:solidFill>
                <a:latin typeface="Calibri"/>
              </a:rPr>
              <a:t>🐛  BUG 2 — hard_fraction=0.25 was in config but ignored by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Before: code rewrote ALL 250 fakes with Qwen, not just the 25% hardest.
             Paper claim ("agent focuses on hard examples") didn't match the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After:   score all fakes → sort by detector confidence → rewrite only top 25% (~62 fakes)
             → merge with untouched easy ones. Claim now matches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Both fixes verified at 3k scale. If we'd shipped with these bugs, the paper would have lied.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Running it: what it took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All four conditions on one M3 Max laptop, 10 h 01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Pipeline wall-clock (13:26 → 23:27)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37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Data prep (1,500 fakes)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40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3A5F"/>
                </a:solidFill>
                <a:latin typeface="Calibri"/>
              </a:rPr>
              <a:t>3 h 55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37160" cy="365760"/>
          </a:xfrm>
          <a:prstGeom prst="rect">
            <a:avLst/>
          </a:prstGeom>
          <a:solidFill>
            <a:srgbClr val="59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Condition A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97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98B2C"/>
                </a:solidFill>
                <a:latin typeface="Calibri"/>
              </a:rPr>
              <a:t>13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3716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Condition B (SeqGAN)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54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E86AB"/>
                </a:solidFill>
                <a:latin typeface="Calibri"/>
              </a:rPr>
              <a:t>56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37160" cy="365760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Condition C (agent)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11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06C75"/>
                </a:solidFill>
                <a:latin typeface="Calibri"/>
              </a:rPr>
              <a:t>2 h 05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4114800" cy="3657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37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Condition D (full)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069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3A5F"/>
                </a:solidFill>
                <a:latin typeface="Calibri"/>
              </a:rPr>
              <a:t>2 h 52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4114800" cy="36576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137160" cy="365760"/>
          </a:xfrm>
          <a:prstGeom prst="rect">
            <a:avLst/>
          </a:prstGeom>
          <a:solidFill>
            <a:srgbClr val="59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Plots + RAID + M4 bench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526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98B2C"/>
                </a:solidFill>
                <a:latin typeface="Calibri"/>
              </a:rPr>
              <a:t>0.5 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solidFill>
            <a:srgbClr val="F5F5F0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Engineering details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248716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Total run: 10 h 01 m end-to-end</a:t>
            </a:r>
          </a:p>
        </p:txBody>
      </p:sp>
      <p:sp>
        <p:nvSpPr>
          <p:cNvPr id="34" name="Oval 33"/>
          <p:cNvSpPr/>
          <p:nvPr/>
        </p:nvSpPr>
        <p:spPr>
          <a:xfrm>
            <a:off x="6675120" y="299008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Samples produced: 5,622 (+200 RAID eval)</a:t>
            </a:r>
          </a:p>
        </p:txBody>
      </p:sp>
      <p:sp>
        <p:nvSpPr>
          <p:cNvPr id="36" name="Oval 35"/>
          <p:cNvSpPr/>
          <p:nvPr/>
        </p:nvSpPr>
        <p:spPr>
          <a:xfrm>
            <a:off x="6675120" y="349300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Peak memory: ~25 GB / 64 GB (bf16, MPS)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399592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Backend: Apple Silicon MPS, bfloat16</a:t>
            </a:r>
          </a:p>
        </p:txBody>
      </p:sp>
      <p:sp>
        <p:nvSpPr>
          <p:cNvPr id="40" name="Oval 39"/>
          <p:cNvSpPr/>
          <p:nvPr/>
        </p:nvSpPr>
        <p:spPr>
          <a:xfrm>
            <a:off x="6675120" y="449884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Mac awake via `caffeinate -dims -w $$`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500176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Progress logged to /tmp/bioshield_progress.log</a:t>
            </a:r>
          </a:p>
        </p:txBody>
      </p:sp>
      <p:sp>
        <p:nvSpPr>
          <p:cNvPr id="44" name="Oval 43"/>
          <p:cNvSpPr/>
          <p:nvPr/>
        </p:nvSpPr>
        <p:spPr>
          <a:xfrm>
            <a:off x="6675120" y="550468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394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Mobile notifications every milestone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Three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What to remember when you walk out of this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146304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28600" cy="1463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F3A5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2024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Generator family dominates — 100× spread.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95728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SeqGAN 99% evasion · BioMistral 0.7% · RAID 98% — same detector, same test set.
The family the detector was trained against matters more than rounds, rewrites,
or any retraining schedule. This is the headline finding at 3k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11247120" cy="146304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228600" cy="1463040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06C75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2044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Adversarial retraining did not help at 3k.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995928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Condition B stayed flat (99.3 → 98.0 → 98.7% evasion). Conditions C and D produced
byte-identical metrics because the best-val-AUC checkpoint locked onto round 0.
Lesson: harder generators + adversarial-aware checkpoint selection are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228600" cy="14630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2E86A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12064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Specialist &gt; universal for this problem.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596128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RAID evasion 0.98 — our detector doesn't generalize beyond biomedical.
We position BioShield as a biomedical specialist, not a universal AI-text detector.
Cross-domain training and a generator-family matrix are the future-work hooks.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From project to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What turns "it works on my machine" into a publishable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Paper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Paper full (PRD)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Data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1,500 real + 1,500 fake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2,000 + 2,000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10,000 + 10,000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Rounds ×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743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3 × 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3 ×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5 × 1,000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Samples produced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~5.6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~9.7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~38 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Test n /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n=300 · ±2.9%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n=400 · ±2.5%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n=2,000 · ±1.1%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Wall-clock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10 h 01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~16 h (overnight)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~65 h (~2.7 days)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Pre-work before the paper run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5212080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20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Batch BioMistral generation (batch=4) → cuts 65 h run to ~40 h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504688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413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LoRA-fine-tune BioMistral to actively evade the detector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5797295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705855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Populate transfer_test.csv with 500 Llama-3.2-3B fakes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6089904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9846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Replace M4 benchmark (Chardonneret/M4 was removed from HF Hub)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6382512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2910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50-sample blinded human evaluation for reviewer credibility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BioShield   · 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5F5F0"/>
                </a:solidFill>
                <a:latin typeface="Calibri"/>
              </a:rPr>
              <a:t>Thank you for sitting through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F5F0"/>
                </a:solidFill>
                <a:latin typeface="Calibri"/>
              </a:rPr>
              <a:t>Code, data, metrics, plots — all open source: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6C75"/>
                </a:solidFill>
                <a:latin typeface="Calibri"/>
              </a:rPr>
              <a:t>github.com/Rayudualapati-25/BioShield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F5F0"/>
                </a:solidFill>
                <a:latin typeface="Calibri"/>
              </a:rPr>
              <a:t>Built with ❤️ on a single M3 Max laptop   ·   10 h 01 m wall-clock   ·   zero cloud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F5F0"/>
                </a:solidFill>
                <a:latin typeface="Calibri"/>
              </a:rPr>
              <a:t>Venkata Rayudu Alapati   ·   M.Tech AI/ML   ·   AP25122040029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